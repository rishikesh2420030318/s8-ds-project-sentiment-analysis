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V. Preetham Nikhil (2420030302)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Rishikesh Reddy (2420030318)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 Sriram Madhav (2420030273)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Project Guide,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 University, Vaddeswaram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of Tweets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350000"/>
            <a:ext cx="10820400" cy="5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Twitter generates hundreds of thousands of tweets within hours of a trending event, making manual sentiment analysis impractical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Tweets are short and informal, filled with abbreviations, slang, hashtags, emojis, mentions, and URLs that standard text-processing techniques were not built to handle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Organizations need an automated way to classify public opinion on a topic as positive, negative, or neutral, and to present it as an interpretable summary rather than raw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350000"/>
            <a:ext cx="10820400" cy="5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US" sz="2400" dirty="0"/>
              <a:t>1)</a:t>
            </a:r>
            <a:r>
              <a:rPr lang="en-US" sz="2400" dirty="0" err="1"/>
              <a:t>ToCollect</a:t>
            </a:r>
            <a:r>
              <a:rPr lang="en-US" sz="2400" dirty="0"/>
              <a:t> tweets on a chosen trending topic via the Twitter API or an existing labeled dataset</a:t>
            </a:r>
          </a:p>
          <a:p>
            <a:r>
              <a:rPr lang="en-US" sz="2400" dirty="0"/>
              <a:t>2)To Preprocess tweets: tokenization, lowercasing, stop-word removal, stemming/lemmatization, and handling of hashtags, mentions, emojis, and URLs</a:t>
            </a:r>
          </a:p>
          <a:p>
            <a:r>
              <a:rPr lang="en-US" sz="2400" dirty="0"/>
              <a:t>3)To Extract numerical features using Bag-of-Words, TF-IDF, and word embeddings</a:t>
            </a:r>
          </a:p>
          <a:p>
            <a:r>
              <a:rPr lang="en-US" sz="2400" dirty="0"/>
              <a:t>4)To Classify tweets as positive, negative, or neutral using traditional ML models (Naive Bayes, SVM, Logistic Regression) and deep learning models (LSTM, BERT)</a:t>
            </a:r>
          </a:p>
          <a:p>
            <a:r>
              <a:rPr lang="en-US" sz="2400" dirty="0"/>
              <a:t>5)To Compare all models on accuracy, precision, recall, and F1-score</a:t>
            </a:r>
          </a:p>
          <a:p>
            <a:r>
              <a:rPr lang="en-US" sz="2400" dirty="0"/>
              <a:t>6)To Visualize aggregated sentiment using pie charts, bar graphs, trend lines, and word clouds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4517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A. Go, R. Bhayani, and L. Huang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Twitter Sentiment Classification using Distant Supervision, Stanford University Tech. Report, 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Distant supervision using emoticons as noisy labels; Naive Bayes, SVM, and Maximum Entropy classifiers trained on n-gram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Showed noisy labels from emoticons can train usable sentiment classifiers without manual annotation, reaching around 80% 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Relies on tweets containing emoticons; noisy labels limit precision and the approach does not handle neutral sentiment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C. Hutto and E. Gilbert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VADER: A Parsimonious Rule-Based Model for Sentiment Analysis of Social Media Text, AAAI ICWSM, 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Lexicon- and rule-based scoring calibrated for social media text, with heuristics for intensifiers, negation, punctuation, and emojis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Outperformed several trained ML classifiers on social media text without needing labeled training data, while remaining fast and interpretable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Struggles with sarcasm and domain-specific slang outside its lexicon, and cannot learn from new data the way supervised models 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J. Devlin, M. Chang, K. Lee, and K. Toutanova 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BERT: Pre-training of Deep Bidirectional Transformers for Language Understanding, NAACL-HLT,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Transformer-based bidirectional pretraining with masked language modeling, fine-tuned per downstream task including sentiment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Learns deep contextual word representations that improve handling of ambiguous, context-dependent sentiment; achieves state-of-the-art results on multiple NLP 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Computationally expensive to pretrain and fine-tune; needs larger datasets and GPU resources than traditional ML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950000"/>
            <a:ext cx="10820400" cy="4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Lexicon-based methods (e.g., VADER, SentiWordNet) need no training data but struggle with context, sarcasm, and domain-specific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Traditional ML classifiers (Naive Bayes, SVM, Logistic Regression) depend heavily on labeled data quality and cannot capture word order or long-range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Deep learning models (LSTM, BERT) handle context better, but are rarely evaluated side-by-side with traditional models in one tweet-specific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Most existing systems stop at classification and do not translate results into visual summaries that non-technical stakeholders can act 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950000"/>
            <a:ext cx="10820400" cy="4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Combines a tweet-specific preprocessing pipeline (hashtags, mentions, emojis, URLs) with a head-to-head comparison of traditional ML and deep learning classifiers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Modular pipeline design lets the classification model (e.g., Logistic Regression → BERT) be swapped without changing the rest of the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Aggregates sentiment through pie charts, bar graphs, sentiment trend lines, and word clouds, making results interpretable for non-technical 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Applicable across domains: brand monitoring, political analysis, market research, customer feedback analysis, and crisis response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Feasibility</a:t>
            </a:r>
          </a:p>
        </p:txBody>
      </p:sp>
      <p:sp>
        <p:nvSpPr>
          <p:cNvPr id="51" name="Feasibility Bullets"/>
          <p:cNvSpPr txBox="1"/>
          <p:nvPr/>
        </p:nvSpPr>
        <p:spPr>
          <a:xfrm>
            <a:off x="1381398" y="2160000"/>
            <a:ext cx="10116039" cy="13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Built on publicly available Twitter data/APIs and established open-source NLP and ML libraries (scikit-learn, NLTK, Hugging Face Transformers)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Traditional ML models are lightweight and trainable on standard hardware; LSTM/BERT fine-tuning is feasible with available GPU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Modular pipeline keeps development, testing, and model swapping manageable within the project timeline</a:t>
            </a:r>
          </a:p>
        </p:txBody>
      </p:sp>
      <p:graphicFrame>
        <p:nvGraphicFramePr>
          <p:cNvPr id="52" name="Timeline Table"/>
          <p:cNvGraphicFramePr>
            <a:graphicFrameLocks noGrp="1"/>
          </p:cNvGraphicFramePr>
          <p:nvPr/>
        </p:nvGraphicFramePr>
        <p:xfrm>
          <a:off x="1381398" y="3550000"/>
          <a:ext cx="10116039" cy="26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6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45720" marR="45720" marT="22860" marB="2286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marL="45720" marR="45720" marT="22860" marB="2286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1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Data Collection — gather tweets on the chosen topic via Twitter API or existing dataset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2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Data Preprocessing — tokenization, stop-word removal, stemming/lemmatization, hashtag/mention/emoji/URL handling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3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Feature Extraction — Bag-of-Words, TF-IDF, and word embeddings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4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Model Building — train traditional ML (Naive Bayes, SVM, Logistic Regression) and deep learning (LSTM, BERT) models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5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Evaluation — compare models on accuracy, precision, recall, and F1-score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6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Result Visualization — pie charts, bar graphs, sentiment trend lines, and word clouds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947</Words>
  <Application>Microsoft Office PowerPoint</Application>
  <PresentationFormat>Widescreen</PresentationFormat>
  <Paragraphs>102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akshitha reddy</cp:lastModifiedBy>
  <cp:revision>33</cp:revision>
  <dcterms:created xsi:type="dcterms:W3CDTF">2026-08-08T06:33:56Z</dcterms:created>
  <dcterms:modified xsi:type="dcterms:W3CDTF">2026-09-11T03:07:46Z</dcterms:modified>
</cp:coreProperties>
</file>